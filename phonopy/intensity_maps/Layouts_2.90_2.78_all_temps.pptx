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55448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BD019C-2A02-7042-8527-62E016DF888E}" v="1" dt="2020-12-24T08:16:49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44"/>
  </p:normalViewPr>
  <p:slideViewPr>
    <p:cSldViewPr snapToGrid="0" snapToObjects="1">
      <p:cViewPr>
        <p:scale>
          <a:sx n="61" d="100"/>
          <a:sy n="61" d="100"/>
        </p:scale>
        <p:origin x="2464" y="-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5860" y="5387342"/>
            <a:ext cx="13213080" cy="11460480"/>
          </a:xfrm>
        </p:spPr>
        <p:txBody>
          <a:bodyPr anchor="b"/>
          <a:lstStyle>
            <a:lvl1pPr algn="ctr">
              <a:defRPr sz="10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3100" y="17289782"/>
            <a:ext cx="11658600" cy="7947658"/>
          </a:xfrm>
        </p:spPr>
        <p:txBody>
          <a:bodyPr/>
          <a:lstStyle>
            <a:lvl1pPr marL="0" indent="0" algn="ctr">
              <a:buNone/>
              <a:defRPr sz="4080"/>
            </a:lvl1pPr>
            <a:lvl2pPr marL="777240" indent="0" algn="ctr">
              <a:buNone/>
              <a:defRPr sz="3400"/>
            </a:lvl2pPr>
            <a:lvl3pPr marL="1554480" indent="0" algn="ctr">
              <a:buNone/>
              <a:defRPr sz="3060"/>
            </a:lvl3pPr>
            <a:lvl4pPr marL="2331720" indent="0" algn="ctr">
              <a:buNone/>
              <a:defRPr sz="2720"/>
            </a:lvl4pPr>
            <a:lvl5pPr marL="3108960" indent="0" algn="ctr">
              <a:buNone/>
              <a:defRPr sz="2720"/>
            </a:lvl5pPr>
            <a:lvl6pPr marL="3886200" indent="0" algn="ctr">
              <a:buNone/>
              <a:defRPr sz="2720"/>
            </a:lvl6pPr>
            <a:lvl7pPr marL="4663440" indent="0" algn="ctr">
              <a:buNone/>
              <a:defRPr sz="2720"/>
            </a:lvl7pPr>
            <a:lvl8pPr marL="5440680" indent="0" algn="ctr">
              <a:buNone/>
              <a:defRPr sz="2720"/>
            </a:lvl8pPr>
            <a:lvl9pPr marL="6217920" indent="0" algn="ctr">
              <a:buNone/>
              <a:defRPr sz="2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37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4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610" y="8206749"/>
            <a:ext cx="13407390" cy="13693138"/>
          </a:xfrm>
        </p:spPr>
        <p:txBody>
          <a:bodyPr anchor="b"/>
          <a:lstStyle>
            <a:lvl1pPr>
              <a:defRPr sz="10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0610" y="22029429"/>
            <a:ext cx="13407390" cy="7200898"/>
          </a:xfrm>
        </p:spPr>
        <p:txBody>
          <a:bodyPr/>
          <a:lstStyle>
            <a:lvl1pPr marL="0" indent="0">
              <a:buNone/>
              <a:defRPr sz="4080">
                <a:solidFill>
                  <a:schemeClr val="tx1"/>
                </a:solidFill>
              </a:defRPr>
            </a:lvl1pPr>
            <a:lvl2pPr marL="777240" indent="0">
              <a:buNone/>
              <a:defRPr sz="3400">
                <a:solidFill>
                  <a:schemeClr val="tx1">
                    <a:tint val="75000"/>
                  </a:schemeClr>
                </a:solidFill>
              </a:defRPr>
            </a:lvl2pPr>
            <a:lvl3pPr marL="1554480" indent="0">
              <a:buNone/>
              <a:defRPr sz="3060">
                <a:solidFill>
                  <a:schemeClr val="tx1">
                    <a:tint val="75000"/>
                  </a:schemeClr>
                </a:solidFill>
              </a:defRPr>
            </a:lvl3pPr>
            <a:lvl4pPr marL="233172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4pPr>
            <a:lvl5pPr marL="310896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5pPr>
            <a:lvl6pPr marL="388620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6pPr>
            <a:lvl7pPr marL="466344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7pPr>
            <a:lvl8pPr marL="544068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8pPr>
            <a:lvl9pPr marL="621792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2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8705" y="8763000"/>
            <a:ext cx="660654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69555" y="8763000"/>
            <a:ext cx="660654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24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1752607"/>
            <a:ext cx="1340739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0731" y="8069582"/>
            <a:ext cx="6576178" cy="3954778"/>
          </a:xfrm>
        </p:spPr>
        <p:txBody>
          <a:bodyPr anchor="b"/>
          <a:lstStyle>
            <a:lvl1pPr marL="0" indent="0">
              <a:buNone/>
              <a:defRPr sz="4080" b="1"/>
            </a:lvl1pPr>
            <a:lvl2pPr marL="777240" indent="0">
              <a:buNone/>
              <a:defRPr sz="3400" b="1"/>
            </a:lvl2pPr>
            <a:lvl3pPr marL="1554480" indent="0">
              <a:buNone/>
              <a:defRPr sz="3060" b="1"/>
            </a:lvl3pPr>
            <a:lvl4pPr marL="2331720" indent="0">
              <a:buNone/>
              <a:defRPr sz="2720" b="1"/>
            </a:lvl4pPr>
            <a:lvl5pPr marL="3108960" indent="0">
              <a:buNone/>
              <a:defRPr sz="2720" b="1"/>
            </a:lvl5pPr>
            <a:lvl6pPr marL="3886200" indent="0">
              <a:buNone/>
              <a:defRPr sz="2720" b="1"/>
            </a:lvl6pPr>
            <a:lvl7pPr marL="4663440" indent="0">
              <a:buNone/>
              <a:defRPr sz="2720" b="1"/>
            </a:lvl7pPr>
            <a:lvl8pPr marL="5440680" indent="0">
              <a:buNone/>
              <a:defRPr sz="2720" b="1"/>
            </a:lvl8pPr>
            <a:lvl9pPr marL="6217920" indent="0">
              <a:buNone/>
              <a:defRPr sz="2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0731" y="12024360"/>
            <a:ext cx="6576178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69556" y="8069582"/>
            <a:ext cx="6608565" cy="3954778"/>
          </a:xfrm>
        </p:spPr>
        <p:txBody>
          <a:bodyPr anchor="b"/>
          <a:lstStyle>
            <a:lvl1pPr marL="0" indent="0">
              <a:buNone/>
              <a:defRPr sz="4080" b="1"/>
            </a:lvl1pPr>
            <a:lvl2pPr marL="777240" indent="0">
              <a:buNone/>
              <a:defRPr sz="3400" b="1"/>
            </a:lvl2pPr>
            <a:lvl3pPr marL="1554480" indent="0">
              <a:buNone/>
              <a:defRPr sz="3060" b="1"/>
            </a:lvl3pPr>
            <a:lvl4pPr marL="2331720" indent="0">
              <a:buNone/>
              <a:defRPr sz="2720" b="1"/>
            </a:lvl4pPr>
            <a:lvl5pPr marL="3108960" indent="0">
              <a:buNone/>
              <a:defRPr sz="2720" b="1"/>
            </a:lvl5pPr>
            <a:lvl6pPr marL="3886200" indent="0">
              <a:buNone/>
              <a:defRPr sz="2720" b="1"/>
            </a:lvl6pPr>
            <a:lvl7pPr marL="4663440" indent="0">
              <a:buNone/>
              <a:defRPr sz="2720" b="1"/>
            </a:lvl7pPr>
            <a:lvl8pPr marL="5440680" indent="0">
              <a:buNone/>
              <a:defRPr sz="2720" b="1"/>
            </a:lvl8pPr>
            <a:lvl9pPr marL="6217920" indent="0">
              <a:buNone/>
              <a:defRPr sz="2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69556" y="12024360"/>
            <a:ext cx="6608565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555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85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57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2194560"/>
            <a:ext cx="5013603" cy="7680960"/>
          </a:xfrm>
        </p:spPr>
        <p:txBody>
          <a:bodyPr anchor="b"/>
          <a:lstStyle>
            <a:lvl1pPr>
              <a:defRPr sz="5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8565" y="4739647"/>
            <a:ext cx="7869555" cy="23393400"/>
          </a:xfrm>
        </p:spPr>
        <p:txBody>
          <a:bodyPr/>
          <a:lstStyle>
            <a:lvl1pPr>
              <a:defRPr sz="5440"/>
            </a:lvl1pPr>
            <a:lvl2pPr>
              <a:defRPr sz="4760"/>
            </a:lvl2pPr>
            <a:lvl3pPr>
              <a:defRPr sz="4080"/>
            </a:lvl3pPr>
            <a:lvl4pPr>
              <a:defRPr sz="3400"/>
            </a:lvl4pPr>
            <a:lvl5pPr>
              <a:defRPr sz="3400"/>
            </a:lvl5pPr>
            <a:lvl6pPr>
              <a:defRPr sz="3400"/>
            </a:lvl6pPr>
            <a:lvl7pPr>
              <a:defRPr sz="3400"/>
            </a:lvl7pPr>
            <a:lvl8pPr>
              <a:defRPr sz="3400"/>
            </a:lvl8pPr>
            <a:lvl9pPr>
              <a:defRPr sz="3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730" y="9875520"/>
            <a:ext cx="5013603" cy="18295622"/>
          </a:xfrm>
        </p:spPr>
        <p:txBody>
          <a:bodyPr/>
          <a:lstStyle>
            <a:lvl1pPr marL="0" indent="0">
              <a:buNone/>
              <a:defRPr sz="2720"/>
            </a:lvl1pPr>
            <a:lvl2pPr marL="777240" indent="0">
              <a:buNone/>
              <a:defRPr sz="2380"/>
            </a:lvl2pPr>
            <a:lvl3pPr marL="1554480" indent="0">
              <a:buNone/>
              <a:defRPr sz="2040"/>
            </a:lvl3pPr>
            <a:lvl4pPr marL="2331720" indent="0">
              <a:buNone/>
              <a:defRPr sz="1700"/>
            </a:lvl4pPr>
            <a:lvl5pPr marL="3108960" indent="0">
              <a:buNone/>
              <a:defRPr sz="1700"/>
            </a:lvl5pPr>
            <a:lvl6pPr marL="3886200" indent="0">
              <a:buNone/>
              <a:defRPr sz="1700"/>
            </a:lvl6pPr>
            <a:lvl7pPr marL="4663440" indent="0">
              <a:buNone/>
              <a:defRPr sz="1700"/>
            </a:lvl7pPr>
            <a:lvl8pPr marL="5440680" indent="0">
              <a:buNone/>
              <a:defRPr sz="1700"/>
            </a:lvl8pPr>
            <a:lvl9pPr marL="6217920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2194560"/>
            <a:ext cx="5013603" cy="7680960"/>
          </a:xfrm>
        </p:spPr>
        <p:txBody>
          <a:bodyPr anchor="b"/>
          <a:lstStyle>
            <a:lvl1pPr>
              <a:defRPr sz="5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08565" y="4739647"/>
            <a:ext cx="7869555" cy="23393400"/>
          </a:xfrm>
        </p:spPr>
        <p:txBody>
          <a:bodyPr anchor="t"/>
          <a:lstStyle>
            <a:lvl1pPr marL="0" indent="0">
              <a:buNone/>
              <a:defRPr sz="5440"/>
            </a:lvl1pPr>
            <a:lvl2pPr marL="777240" indent="0">
              <a:buNone/>
              <a:defRPr sz="4760"/>
            </a:lvl2pPr>
            <a:lvl3pPr marL="1554480" indent="0">
              <a:buNone/>
              <a:defRPr sz="4080"/>
            </a:lvl3pPr>
            <a:lvl4pPr marL="2331720" indent="0">
              <a:buNone/>
              <a:defRPr sz="3400"/>
            </a:lvl4pPr>
            <a:lvl5pPr marL="3108960" indent="0">
              <a:buNone/>
              <a:defRPr sz="3400"/>
            </a:lvl5pPr>
            <a:lvl6pPr marL="3886200" indent="0">
              <a:buNone/>
              <a:defRPr sz="3400"/>
            </a:lvl6pPr>
            <a:lvl7pPr marL="4663440" indent="0">
              <a:buNone/>
              <a:defRPr sz="3400"/>
            </a:lvl7pPr>
            <a:lvl8pPr marL="5440680" indent="0">
              <a:buNone/>
              <a:defRPr sz="3400"/>
            </a:lvl8pPr>
            <a:lvl9pPr marL="6217920" indent="0">
              <a:buNone/>
              <a:defRPr sz="3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730" y="9875520"/>
            <a:ext cx="5013603" cy="18295622"/>
          </a:xfrm>
        </p:spPr>
        <p:txBody>
          <a:bodyPr/>
          <a:lstStyle>
            <a:lvl1pPr marL="0" indent="0">
              <a:buNone/>
              <a:defRPr sz="2720"/>
            </a:lvl1pPr>
            <a:lvl2pPr marL="777240" indent="0">
              <a:buNone/>
              <a:defRPr sz="2380"/>
            </a:lvl2pPr>
            <a:lvl3pPr marL="1554480" indent="0">
              <a:buNone/>
              <a:defRPr sz="2040"/>
            </a:lvl3pPr>
            <a:lvl4pPr marL="2331720" indent="0">
              <a:buNone/>
              <a:defRPr sz="1700"/>
            </a:lvl4pPr>
            <a:lvl5pPr marL="3108960" indent="0">
              <a:buNone/>
              <a:defRPr sz="1700"/>
            </a:lvl5pPr>
            <a:lvl6pPr marL="3886200" indent="0">
              <a:buNone/>
              <a:defRPr sz="1700"/>
            </a:lvl6pPr>
            <a:lvl7pPr marL="4663440" indent="0">
              <a:buNone/>
              <a:defRPr sz="1700"/>
            </a:lvl7pPr>
            <a:lvl8pPr marL="5440680" indent="0">
              <a:buNone/>
              <a:defRPr sz="1700"/>
            </a:lvl8pPr>
            <a:lvl9pPr marL="6217920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52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24248" y="1752600"/>
            <a:ext cx="3351848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8706" y="1752600"/>
            <a:ext cx="9861233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07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8705" y="1752607"/>
            <a:ext cx="1340739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8705" y="8763000"/>
            <a:ext cx="1340739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8705" y="30510487"/>
            <a:ext cx="34975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9215" y="30510487"/>
            <a:ext cx="524637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8515" y="30510487"/>
            <a:ext cx="34975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53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554480" rtl="0" eaLnBrk="1" latinLnBrk="0" hangingPunct="1">
        <a:lnSpc>
          <a:spcPct val="90000"/>
        </a:lnSpc>
        <a:spcBef>
          <a:spcPct val="0"/>
        </a:spcBef>
        <a:buNone/>
        <a:defRPr sz="74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8620" indent="-388620" algn="l" defTabSz="1554480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4760" kern="1200">
          <a:solidFill>
            <a:schemeClr val="tx1"/>
          </a:solidFill>
          <a:latin typeface="+mn-lt"/>
          <a:ea typeface="+mn-ea"/>
          <a:cs typeface="+mn-cs"/>
        </a:defRPr>
      </a:lvl1pPr>
      <a:lvl2pPr marL="1165860" indent="-388620" algn="l" defTabSz="155448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2pPr>
      <a:lvl3pPr marL="1943100" indent="-388620" algn="l" defTabSz="155448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720340" indent="-388620" algn="l" defTabSz="155448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3060" kern="1200">
          <a:solidFill>
            <a:schemeClr val="tx1"/>
          </a:solidFill>
          <a:latin typeface="+mn-lt"/>
          <a:ea typeface="+mn-ea"/>
          <a:cs typeface="+mn-cs"/>
        </a:defRPr>
      </a:lvl4pPr>
      <a:lvl5pPr marL="3497580" indent="-388620" algn="l" defTabSz="155448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3060" kern="1200">
          <a:solidFill>
            <a:schemeClr val="tx1"/>
          </a:solidFill>
          <a:latin typeface="+mn-lt"/>
          <a:ea typeface="+mn-ea"/>
          <a:cs typeface="+mn-cs"/>
        </a:defRPr>
      </a:lvl5pPr>
      <a:lvl6pPr marL="4274820" indent="-388620" algn="l" defTabSz="155448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3060" kern="1200">
          <a:solidFill>
            <a:schemeClr val="tx1"/>
          </a:solidFill>
          <a:latin typeface="+mn-lt"/>
          <a:ea typeface="+mn-ea"/>
          <a:cs typeface="+mn-cs"/>
        </a:defRPr>
      </a:lvl6pPr>
      <a:lvl7pPr marL="5052060" indent="-388620" algn="l" defTabSz="155448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3060" kern="1200">
          <a:solidFill>
            <a:schemeClr val="tx1"/>
          </a:solidFill>
          <a:latin typeface="+mn-lt"/>
          <a:ea typeface="+mn-ea"/>
          <a:cs typeface="+mn-cs"/>
        </a:defRPr>
      </a:lvl7pPr>
      <a:lvl8pPr marL="5829300" indent="-388620" algn="l" defTabSz="155448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3060" kern="1200">
          <a:solidFill>
            <a:schemeClr val="tx1"/>
          </a:solidFill>
          <a:latin typeface="+mn-lt"/>
          <a:ea typeface="+mn-ea"/>
          <a:cs typeface="+mn-cs"/>
        </a:defRPr>
      </a:lvl8pPr>
      <a:lvl9pPr marL="6606540" indent="-388620" algn="l" defTabSz="155448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30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1pPr>
      <a:lvl2pPr marL="77724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2pPr>
      <a:lvl3pPr marL="155448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3pPr>
      <a:lvl4pPr marL="233172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4pPr>
      <a:lvl5pPr marL="310896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5pPr>
      <a:lvl6pPr marL="388620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6pPr>
      <a:lvl7pPr marL="466344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7pPr>
      <a:lvl8pPr marL="544068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97A947B-E8BF-5249-9167-800D14701DB6}"/>
              </a:ext>
            </a:extLst>
          </p:cNvPr>
          <p:cNvGrpSpPr/>
          <p:nvPr/>
        </p:nvGrpSpPr>
        <p:grpSpPr>
          <a:xfrm>
            <a:off x="0" y="5486400"/>
            <a:ext cx="15544800" cy="27432000"/>
            <a:chOff x="0" y="5486400"/>
            <a:chExt cx="15544800" cy="27432000"/>
          </a:xfrm>
        </p:grpSpPr>
        <p:pic>
          <p:nvPicPr>
            <p:cNvPr id="5" name="Picture 4" descr="Chart, line chart&#10;&#10;Description automatically generated">
              <a:extLst>
                <a:ext uri="{FF2B5EF4-FFF2-40B4-BE49-F238E27FC236}">
                  <a16:creationId xmlns:a16="http://schemas.microsoft.com/office/drawing/2014/main" id="{F3EC937E-235E-E14F-B4A3-E2732F6EA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486400"/>
              <a:ext cx="7572156" cy="6858000"/>
            </a:xfrm>
            <a:prstGeom prst="rect">
              <a:avLst/>
            </a:prstGeom>
          </p:spPr>
        </p:pic>
        <p:pic>
          <p:nvPicPr>
            <p:cNvPr id="7" name="Picture 6" descr="A screenshot of a computer&#10;&#10;Description automatically generated with medium confidence">
              <a:extLst>
                <a:ext uri="{FF2B5EF4-FFF2-40B4-BE49-F238E27FC236}">
                  <a16:creationId xmlns:a16="http://schemas.microsoft.com/office/drawing/2014/main" id="{3452AA6C-C8FD-C64F-B66C-3344D0F4D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72643" y="26060400"/>
              <a:ext cx="7572156" cy="6858000"/>
            </a:xfrm>
            <a:prstGeom prst="rect">
              <a:avLst/>
            </a:prstGeom>
          </p:spPr>
        </p:pic>
        <p:pic>
          <p:nvPicPr>
            <p:cNvPr id="9" name="Picture 8" descr="A picture containing text, laser&#10;&#10;Description automatically generated">
              <a:extLst>
                <a:ext uri="{FF2B5EF4-FFF2-40B4-BE49-F238E27FC236}">
                  <a16:creationId xmlns:a16="http://schemas.microsoft.com/office/drawing/2014/main" id="{1154389C-5E64-3141-83D8-819D8350D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72644" y="19202400"/>
              <a:ext cx="7572156" cy="6858000"/>
            </a:xfrm>
            <a:prstGeom prst="rect">
              <a:avLst/>
            </a:prstGeom>
          </p:spPr>
        </p:pic>
        <p:pic>
          <p:nvPicPr>
            <p:cNvPr id="11" name="Picture 10" descr="Chart&#10;&#10;Description automatically generated">
              <a:extLst>
                <a:ext uri="{FF2B5EF4-FFF2-40B4-BE49-F238E27FC236}">
                  <a16:creationId xmlns:a16="http://schemas.microsoft.com/office/drawing/2014/main" id="{9DB8B08A-B0E6-7E46-8CE3-7F52143F6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72643" y="12344400"/>
              <a:ext cx="7572156" cy="6858000"/>
            </a:xfrm>
            <a:prstGeom prst="rect">
              <a:avLst/>
            </a:prstGeom>
          </p:spPr>
        </p:pic>
        <p:pic>
          <p:nvPicPr>
            <p:cNvPr id="13" name="Picture 12" descr="Chart&#10;&#10;Description automatically generated">
              <a:extLst>
                <a:ext uri="{FF2B5EF4-FFF2-40B4-BE49-F238E27FC236}">
                  <a16:creationId xmlns:a16="http://schemas.microsoft.com/office/drawing/2014/main" id="{5221C38D-994F-6142-80A8-AC78C38A0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72644" y="5486400"/>
              <a:ext cx="7572156" cy="6858000"/>
            </a:xfrm>
            <a:prstGeom prst="rect">
              <a:avLst/>
            </a:prstGeom>
          </p:spPr>
        </p:pic>
        <p:pic>
          <p:nvPicPr>
            <p:cNvPr id="15" name="Picture 14" descr="Chart&#10;&#10;Description automatically generated">
              <a:extLst>
                <a:ext uri="{FF2B5EF4-FFF2-40B4-BE49-F238E27FC236}">
                  <a16:creationId xmlns:a16="http://schemas.microsoft.com/office/drawing/2014/main" id="{09D89204-46BF-6849-B435-3F477D1D8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26060400"/>
              <a:ext cx="7572156" cy="6858000"/>
            </a:xfrm>
            <a:prstGeom prst="rect">
              <a:avLst/>
            </a:prstGeom>
          </p:spPr>
        </p:pic>
        <p:pic>
          <p:nvPicPr>
            <p:cNvPr id="17" name="Picture 16" descr="A picture containing text, laser&#10;&#10;Description automatically generated">
              <a:extLst>
                <a:ext uri="{FF2B5EF4-FFF2-40B4-BE49-F238E27FC236}">
                  <a16:creationId xmlns:a16="http://schemas.microsoft.com/office/drawing/2014/main" id="{6942D8EE-995B-5A42-AE79-C39C111F6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19202400"/>
              <a:ext cx="7572156" cy="6858000"/>
            </a:xfrm>
            <a:prstGeom prst="rect">
              <a:avLst/>
            </a:prstGeom>
          </p:spPr>
        </p:pic>
        <p:pic>
          <p:nvPicPr>
            <p:cNvPr id="19" name="Picture 18" descr="Chart, line chart&#10;&#10;Description automatically generated">
              <a:extLst>
                <a:ext uri="{FF2B5EF4-FFF2-40B4-BE49-F238E27FC236}">
                  <a16:creationId xmlns:a16="http://schemas.microsoft.com/office/drawing/2014/main" id="{90F269F1-49D1-9540-8F86-646148D24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12344400"/>
              <a:ext cx="7572156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769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Munoz, Jorge A Jr</dc:creator>
  <cp:lastModifiedBy>Munoz, Jorge A Jr</cp:lastModifiedBy>
  <cp:revision>2</cp:revision>
  <dcterms:created xsi:type="dcterms:W3CDTF">2020-12-24T07:59:04Z</dcterms:created>
  <dcterms:modified xsi:type="dcterms:W3CDTF">2020-12-24T08:19:50Z</dcterms:modified>
</cp:coreProperties>
</file>